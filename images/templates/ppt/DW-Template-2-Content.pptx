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Beginners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Industry-Ready Engineers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comprehensive mentorship programs combine live sessions, 1:1 guidance, and hands-on projects to accelerate your engineering career.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731520"/>
            <a:ext cx="2286000" cy="1645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868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064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Sessions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interactive sessions with industry experts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731520"/>
            <a:ext cx="2286000" cy="1645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868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Mentorship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mentor for your entire journey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743200"/>
            <a:ext cx="2286000" cy="1645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3657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intensive algorithm sessions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2743200"/>
            <a:ext cx="2286000" cy="1645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6676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Placement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3657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success rate in placements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18181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4-Month Transformation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0515600" cy="18288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fundamentals, web dev basics, DSA introduction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103120"/>
            <a:ext cx="274320" cy="2743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Skills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32004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algorithms, system design, real projects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2103120"/>
            <a:ext cx="274320" cy="274320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Ready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32004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interviews, portfolio, job applications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18181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Weekends - Content Template</dc:title>
  <dc:subject>PptxGenJS Presentation</dc:subject>
  <dc:creator>Dev Weekends</dc:creator>
  <cp:lastModifiedBy>Dev Weekends</cp:lastModifiedBy>
  <cp:revision>1</cp:revision>
  <dcterms:created xsi:type="dcterms:W3CDTF">2025-11-28T16:00:02Z</dcterms:created>
  <dcterms:modified xsi:type="dcterms:W3CDTF">2025-11-28T16:00:02Z</dcterms:modified>
</cp:coreProperties>
</file>