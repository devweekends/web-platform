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WEEKENDS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ENGINEERS SINCE 2020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Presentation</a:t>
            </a:r>
            <a:endParaRPr lang="en-US" sz="48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Goes Here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brief description or subtitle for your presentation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4114800"/>
            <a:ext cx="2286000" cy="27432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Name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617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/ Position • Date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515600" y="457200"/>
            <a:ext cx="731520" cy="731520"/>
          </a:xfrm>
          <a:prstGeom prst="rect">
            <a:avLst/>
          </a:prstGeom>
          <a:noFill/>
          <a:ln w="19050">
            <a:solidFill>
              <a:srgbClr val="18181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0" y="640080"/>
            <a:ext cx="731520" cy="731520"/>
          </a:xfrm>
          <a:prstGeom prst="rect">
            <a:avLst/>
          </a:prstGeom>
          <a:solidFill>
            <a:srgbClr val="FEF08A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892040"/>
            <a:ext cx="9144000" cy="13716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devweekends.org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WEEKENDS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Section Title Here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73152" cy="73152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91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Key Point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3852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or additional context for this point goes here.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73152" cy="73152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23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Key Point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67004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or additional context for this point goes here.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73152" cy="73152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54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Key Point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4015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or additional context for this point goes here.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73152" cy="73152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86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Fourth Key Point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13308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or additional context for this point goes here.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1371600"/>
            <a:ext cx="5029200" cy="3200400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256032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/ Chart / Diagram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your visual content here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13716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Dev Weekends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05840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devweekends.org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 Weekends - Intro Template</dc:title>
  <dc:subject>PptxGenJS Presentation</dc:subject>
  <dc:creator>Dev Weekends</dc:creator>
  <cp:lastModifiedBy>Dev Weekends</cp:lastModifiedBy>
  <cp:revision>1</cp:revision>
  <dcterms:created xsi:type="dcterms:W3CDTF">2025-11-28T16:00:02Z</dcterms:created>
  <dcterms:modified xsi:type="dcterms:W3CDTF">2025-11-28T16:00:02Z</dcterms:modified>
</cp:coreProperties>
</file>