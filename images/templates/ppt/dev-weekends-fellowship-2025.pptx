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3250" y="381000"/>
            <a:ext cx="2857500" cy="1792039"/>
          </a:xfrm>
          <a:prstGeom prst="roundRect">
            <a:avLst>
              <a:gd name="adj" fmla="val 10630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65753" y="606475"/>
            <a:ext cx="3212643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
</a:t>
            </a:r>
            <a:pPr algn="ctr" indent="0" marL="0">
              <a:lnSpc>
                <a:spcPts val="528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[WEEKENDS]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477490" y="2554039"/>
            <a:ext cx="2188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366065" y="3068389"/>
            <a:ext cx="2411721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33"/>
              </a:lnSpc>
              <a:spcAft>
                <a:spcPts val="450"/>
              </a:spcAft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Fellowship 2025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193856" y="3510707"/>
            <a:ext cx="756139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33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06759" y="4048274"/>
            <a:ext cx="7303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Zeeshan Adil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098875" y="4488210"/>
            <a:ext cx="946249" cy="274290"/>
          </a:xfrm>
          <a:prstGeom prst="roundRect">
            <a:avLst>
              <a:gd name="adj" fmla="val 3469129"/>
            </a:avLst>
          </a:prstGeom>
          <a:solidFill>
            <a:srgbClr val="FDE0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83723" y="4545360"/>
            <a:ext cx="5765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Qurban ali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600"/>
              </a:spcAft>
              <a:buNone/>
            </a:pPr>
            <a:r>
              <a:rPr lang="en-US" sz="25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Dev Weekends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28600" y="781050"/>
            <a:ext cx="1905000" cy="28575"/>
          </a:xfrm>
          <a:prstGeom prst="rect">
            <a:avLst/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2595563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svg-626fed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2728913"/>
            <a:ext cx="26670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2656582"/>
            <a:ext cx="34295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 is a community-driven initiative.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1066800" y="2894707"/>
            <a:ext cx="34295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encourages collaboration among developers.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381000" y="3357563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tmp/rasterized-svg-316bc2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3490913"/>
            <a:ext cx="266700" cy="266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6800" y="3418582"/>
            <a:ext cx="34295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foster growth and collaboration.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1066800" y="3656707"/>
            <a:ext cx="34295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to create a supportive environment for learning.</a:t>
            </a:r>
            <a:endParaRPr lang="en-US" sz="975" dirty="0"/>
          </a:p>
        </p:txBody>
      </p:sp>
      <p:sp>
        <p:nvSpPr>
          <p:cNvPr id="12" name="Text 8"/>
          <p:cNvSpPr/>
          <p:nvPr/>
        </p:nvSpPr>
        <p:spPr>
          <a:xfrm>
            <a:off x="4714875" y="2556570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tmp/rasterized-svg-518d4f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225" y="2689920"/>
            <a:ext cx="266700" cy="2667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00675" y="2617589"/>
            <a:ext cx="34295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 platform for learning.</a:t>
            </a:r>
            <a:endParaRPr lang="en-US" sz="1125" dirty="0"/>
          </a:p>
        </p:txBody>
      </p:sp>
      <p:sp>
        <p:nvSpPr>
          <p:cNvPr id="15" name="Text 10"/>
          <p:cNvSpPr/>
          <p:nvPr/>
        </p:nvSpPr>
        <p:spPr>
          <a:xfrm>
            <a:off x="5400675" y="2855714"/>
            <a:ext cx="34295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resources and opportunities to expand knowledge.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4714875" y="3357563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/tmp/rasterized-svg-3abdf1c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225" y="3490913"/>
            <a:ext cx="266700" cy="2667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00675" y="3318570"/>
            <a:ext cx="34295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knowledge and building projects together.</a:t>
            </a:r>
            <a:endParaRPr lang="en-US" sz="1125" dirty="0"/>
          </a:p>
        </p:txBody>
      </p:sp>
      <p:sp>
        <p:nvSpPr>
          <p:cNvPr id="19" name="Text 13"/>
          <p:cNvSpPr/>
          <p:nvPr/>
        </p:nvSpPr>
        <p:spPr>
          <a:xfrm>
            <a:off x="5400675" y="3756720"/>
            <a:ext cx="34295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Facilitates teamwork and idea exchange among participants.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600"/>
              </a:spcAft>
              <a:buNone/>
            </a:pPr>
            <a:r>
              <a:rPr lang="en-US" sz="25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Ideology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28600" y="781050"/>
            <a:ext cx="1905000" cy="28575"/>
          </a:xfrm>
          <a:prstGeom prst="rect">
            <a:avLst/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rasterized-svg-a7a807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576388"/>
            <a:ext cx="5715000" cy="2857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4000" y="2147888"/>
            <a:ext cx="23317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a bigger Purpose in Life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5334000" y="2397323"/>
            <a:ext cx="23317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Fostering a community where sharing ideas and resources is prioritized over rivalry.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524000" y="3319760"/>
            <a:ext cx="2137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524000" y="3569196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Encouraging a culture where every member seeks to expand their knowledge and skills.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334000" y="3527524"/>
            <a:ext cx="233172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Empowerment Through Knowledge Sharing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5334000" y="3950196"/>
            <a:ext cx="23317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opportunities for individuals to share insights and experiences to uplift the community.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23665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600"/>
              </a:spcAft>
              <a:buNone/>
            </a:pPr>
            <a:r>
              <a:rPr lang="en-US" sz="25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&amp; Plan of the Fellowship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28600" y="781050"/>
            <a:ext cx="1905000" cy="28575"/>
          </a:xfrm>
          <a:prstGeom prst="rect">
            <a:avLst/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38275"/>
            <a:ext cx="2412950" cy="3228975"/>
          </a:xfrm>
          <a:prstGeom prst="roundRect">
            <a:avLst>
              <a:gd name="adj" fmla="val 63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66687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rasterized-svg-861bde4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1175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" y="2276475"/>
            <a:ext cx="199486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experience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0100" y="2611636"/>
            <a:ext cx="199486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gain hands-on experience in the tech industry, preparing them for future careers.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365450" y="1438275"/>
            <a:ext cx="2412950" cy="3228975"/>
          </a:xfrm>
          <a:prstGeom prst="roundRect">
            <a:avLst>
              <a:gd name="adj" fmla="val 63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594050" y="166687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tmp/rasterized-svg-0128748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350" y="1781175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4050" y="2276475"/>
            <a:ext cx="199486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opportunities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94050" y="2611636"/>
            <a:ext cx="199486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industry professionals who provide guidance and support throughout the fellowship.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6159401" y="1438275"/>
            <a:ext cx="2412950" cy="3228975"/>
          </a:xfrm>
          <a:prstGeom prst="roundRect">
            <a:avLst>
              <a:gd name="adj" fmla="val 63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388001" y="166687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tmp/rasterized-svg-254ff6b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301" y="1781175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8001" y="2276475"/>
            <a:ext cx="199486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development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88001" y="2611636"/>
            <a:ext cx="199486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Fellows will enhance their technical skills, making them more competitive in the job market.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600"/>
              </a:spcAft>
              <a:buNone/>
            </a:pPr>
            <a:r>
              <a:rPr lang="en-US" sz="25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Summer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28600" y="781050"/>
            <a:ext cx="1905000" cy="28575"/>
          </a:xfrm>
          <a:prstGeom prst="rect">
            <a:avLst/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212883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19200" y="2128838"/>
            <a:ext cx="75003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in workshops focused on key technologies.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" y="2387798"/>
            <a:ext cx="75003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about the latest technologies that are shaping the industry.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277653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19200" y="2776538"/>
            <a:ext cx="75003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Participate in mentorship sessions.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19200" y="3035498"/>
            <a:ext cx="75003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insights and guidance from experienced professionals in your field.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342423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9200" y="3424238"/>
            <a:ext cx="75003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on team projects with real clients.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19200" y="3683198"/>
            <a:ext cx="75003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your skills in practical scenarios and work with actual clients to build real-world solutions.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600"/>
              </a:spcAft>
              <a:buNone/>
            </a:pPr>
            <a:r>
              <a:rPr lang="en-US" sz="25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Plan your 4 years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28600" y="781050"/>
            <a:ext cx="1905000" cy="28575"/>
          </a:xfrm>
          <a:prstGeom prst="rect">
            <a:avLst/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576388"/>
            <a:ext cx="2095500" cy="2857500"/>
          </a:xfrm>
          <a:prstGeom prst="roundRect">
            <a:avLst>
              <a:gd name="adj" fmla="val 5455"/>
            </a:avLst>
          </a:prstGeom>
          <a:solidFill>
            <a:srgbClr val="FDE047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2052637"/>
            <a:ext cx="1333500" cy="1905000"/>
          </a:xfrm>
          <a:prstGeom prst="roundRect">
            <a:avLst>
              <a:gd name="adj" fmla="val 2857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0" y="243542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57550" y="2298353"/>
            <a:ext cx="10822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257550" y="2507903"/>
            <a:ext cx="10822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SDDC, Open Source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48000" y="2957364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57550" y="2820293"/>
            <a:ext cx="16373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EGA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257550" y="3029843"/>
            <a:ext cx="16373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IELTS, Leadership, Hacker Cup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8000" y="3479304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57550" y="3342233"/>
            <a:ext cx="4255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257550" y="3551783"/>
            <a:ext cx="42556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Encourages individuals from diverse backgrounds to pursue careers in technology.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90632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600"/>
              </a:spcAft>
              <a:buNone/>
            </a:pPr>
            <a:r>
              <a:rPr lang="en-US" sz="25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vs Engineer Mindset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28600" y="781050"/>
            <a:ext cx="1905000" cy="28575"/>
          </a:xfrm>
          <a:prstGeom prst="rect">
            <a:avLst/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343025"/>
            <a:ext cx="3762375" cy="3324225"/>
          </a:xfrm>
          <a:prstGeom prst="roundRect">
            <a:avLst>
              <a:gd name="adj" fmla="val 45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609725"/>
            <a:ext cx="400050" cy="400050"/>
          </a:xfrm>
          <a:prstGeom prst="roundRect">
            <a:avLst>
              <a:gd name="adj" fmla="val 228571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52550" y="1626989"/>
            <a:ext cx="2768918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Developer: Focused on coding and building solutions.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162175"/>
            <a:ext cx="329355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are primarily concerned with the practical aspects of creating software and applications.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810125" y="1343025"/>
            <a:ext cx="3762375" cy="3324225"/>
          </a:xfrm>
          <a:prstGeom prst="roundRect">
            <a:avLst>
              <a:gd name="adj" fmla="val 45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6825" y="1609725"/>
            <a:ext cx="400050" cy="400050"/>
          </a:xfrm>
          <a:prstGeom prst="roundRect">
            <a:avLst>
              <a:gd name="adj" fmla="val 228571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91175" y="1626989"/>
            <a:ext cx="2768918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Engineer: Emphasizes design and architecture of systems.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6825" y="2162175"/>
            <a:ext cx="329355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take a broader view, focusing on how different components fit together to create a cohesive system.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2873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600"/>
              </a:spcAft>
              <a:buNone/>
            </a:pPr>
            <a:r>
              <a:rPr lang="en-US" sz="25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 at Dev Weekends &amp; your journey with Mentors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28600" y="781050"/>
            <a:ext cx="1905000" cy="28575"/>
          </a:xfrm>
          <a:prstGeom prst="rect">
            <a:avLst/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214788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svg-873cfb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62188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1100" y="2191643"/>
            <a:ext cx="42359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Coding Sessions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1181100" y="2401193"/>
            <a:ext cx="4235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in practical coding exercises that enhance your skills.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277653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tmp/rasterized-svg-237aa65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9083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1100" y="2820293"/>
            <a:ext cx="42359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on Projects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1181100" y="3029843"/>
            <a:ext cx="4235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alongside peers to develop innovative projects.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71500" y="340518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tmp/rasterized-svg-57b0363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1948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1100" y="3448943"/>
            <a:ext cx="42359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Opportunities</a:t>
            </a:r>
            <a:endParaRPr lang="en-US" sz="1125" dirty="0"/>
          </a:p>
        </p:txBody>
      </p:sp>
      <p:sp>
        <p:nvSpPr>
          <p:cNvPr id="15" name="Text 10"/>
          <p:cNvSpPr/>
          <p:nvPr/>
        </p:nvSpPr>
        <p:spPr>
          <a:xfrm>
            <a:off x="1181100" y="3658493"/>
            <a:ext cx="4235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mentors and fellow participants for future opportunities.</a:t>
            </a:r>
            <a:endParaRPr lang="en-US" sz="900" dirty="0"/>
          </a:p>
        </p:txBody>
      </p:sp>
      <p:pic>
        <p:nvPicPr>
          <p:cNvPr id="16" name="Image 3" descr="/tmp/rasterized-svg-dadfd2a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5" y="1814513"/>
            <a:ext cx="238125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600"/>
              </a:spcAft>
              <a:buNone/>
            </a:pPr>
            <a:r>
              <a:rPr lang="en-US" sz="25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and Talks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28600" y="781050"/>
            <a:ext cx="1905000" cy="28575"/>
          </a:xfrm>
          <a:prstGeom prst="rect">
            <a:avLst/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00138"/>
            <a:ext cx="8001000" cy="838200"/>
          </a:xfrm>
          <a:prstGeom prst="roundRect">
            <a:avLst>
              <a:gd name="adj" fmla="val 1363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" y="1271588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rasterized-svg-866a768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1395413"/>
            <a:ext cx="247650" cy="247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8750" y="1324868"/>
            <a:ext cx="71117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Reflection Time - Write Your Thoughts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1428750" y="1553468"/>
            <a:ext cx="71117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moment to introspect and jot down your feelings about the fellowship experience.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2090738"/>
            <a:ext cx="8001000" cy="838200"/>
          </a:xfrm>
          <a:prstGeom prst="roundRect">
            <a:avLst>
              <a:gd name="adj" fmla="val 1363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42950" y="2262188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tmp/rasterized-svg-cc8cc2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2386013"/>
            <a:ext cx="247650" cy="2476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28750" y="2315468"/>
            <a:ext cx="71117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Talk</a:t>
            </a:r>
            <a:endParaRPr lang="en-US" sz="1125" dirty="0"/>
          </a:p>
        </p:txBody>
      </p:sp>
      <p:sp>
        <p:nvSpPr>
          <p:cNvPr id="13" name="Text 9"/>
          <p:cNvSpPr/>
          <p:nvPr/>
        </p:nvSpPr>
        <p:spPr>
          <a:xfrm>
            <a:off x="1428750" y="2544068"/>
            <a:ext cx="71117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in discussions that foster a growth mindset among participants.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71500" y="3081338"/>
            <a:ext cx="8001000" cy="838200"/>
          </a:xfrm>
          <a:prstGeom prst="roundRect">
            <a:avLst>
              <a:gd name="adj" fmla="val 1363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42950" y="3252788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tmp/rasterized-svg-f12875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3376613"/>
            <a:ext cx="247650" cy="2476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28750" y="3306068"/>
            <a:ext cx="71117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Love Talk</a:t>
            </a:r>
            <a:endParaRPr lang="en-US" sz="1125" dirty="0"/>
          </a:p>
        </p:txBody>
      </p:sp>
      <p:sp>
        <p:nvSpPr>
          <p:cNvPr id="18" name="Text 13"/>
          <p:cNvSpPr/>
          <p:nvPr/>
        </p:nvSpPr>
        <p:spPr>
          <a:xfrm>
            <a:off x="1428750" y="3534668"/>
            <a:ext cx="71117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passion for technology and its impact on our lives.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71500" y="4071938"/>
            <a:ext cx="8001000" cy="838200"/>
          </a:xfrm>
          <a:prstGeom prst="roundRect">
            <a:avLst>
              <a:gd name="adj" fmla="val 1363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742950" y="4243388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tmp/rasterized-svg-b8f2aa2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4367213"/>
            <a:ext cx="247650" cy="2476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28750" y="4296668"/>
            <a:ext cx="71117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Spiritual Time Talk</a:t>
            </a:r>
            <a:endParaRPr lang="en-US" sz="1125" dirty="0"/>
          </a:p>
        </p:txBody>
      </p:sp>
      <p:sp>
        <p:nvSpPr>
          <p:cNvPr id="23" name="Text 17"/>
          <p:cNvSpPr/>
          <p:nvPr/>
        </p:nvSpPr>
        <p:spPr>
          <a:xfrm>
            <a:off x="1428750" y="4525268"/>
            <a:ext cx="71117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spiritual aspects and connect with your inner self during this session.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3250" y="381000"/>
            <a:ext cx="2857500" cy="2265164"/>
          </a:xfrm>
          <a:prstGeom prst="roundRect">
            <a:avLst>
              <a:gd name="adj" fmla="val 8410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65753" y="843111"/>
            <a:ext cx="3212643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
</a:t>
            </a:r>
            <a:pPr algn="ctr" indent="0" marL="0">
              <a:lnSpc>
                <a:spcPts val="528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[WEEKENDS]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426544" y="3027164"/>
            <a:ext cx="42909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Aft>
                <a:spcPts val="900"/>
              </a:spcAft>
              <a:buNone/>
            </a:pPr>
            <a:r>
              <a:rPr lang="en-US" sz="31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Something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3714304" y="3693914"/>
            <a:ext cx="17153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793653" y="4436864"/>
            <a:ext cx="3556546" cy="325636"/>
          </a:xfrm>
          <a:prstGeom prst="roundRect">
            <a:avLst>
              <a:gd name="adj" fmla="val 23400"/>
            </a:avLst>
          </a:prstGeom>
          <a:solidFill>
            <a:srgbClr val="24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91259" y="4513064"/>
            <a:ext cx="31613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Saturday, 29 Nov | Online 6:05PM SLT | 13:35PM CST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 Weekends Summer Fellowship 2025 Kick-Off</dc:title>
  <dc:subject>Fellowship Kick-Off Presentation</dc:subject>
  <dc:creator>Zeeshan Adil</dc:creator>
  <cp:lastModifiedBy>Zeeshan Adil</cp:lastModifiedBy>
  <cp:revision>1</cp:revision>
  <dcterms:created xsi:type="dcterms:W3CDTF">2025-11-24T16:02:47Z</dcterms:created>
  <dcterms:modified xsi:type="dcterms:W3CDTF">2025-11-24T16:02:47Z</dcterms:modified>
</cp:coreProperties>
</file>