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IMPACT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 Difference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468880" cy="18288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548640" cy="27432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professionals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468880" cy="18288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3383280" y="2926080"/>
            <a:ext cx="548640" cy="27432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Mentees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trained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011680"/>
            <a:ext cx="2468880" cy="18288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548640" cy="27432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0" y="2011680"/>
            <a:ext cx="2468880" cy="18288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8869680" y="2926080"/>
            <a:ext cx="548640" cy="27432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696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engineers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0" y="42062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complete beginners to industry-ready engineers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515600" y="274320"/>
            <a:ext cx="548640" cy="548640"/>
          </a:xfrm>
          <a:prstGeom prst="rect">
            <a:avLst/>
          </a:prstGeom>
          <a:noFill/>
          <a:ln w="19050">
            <a:solidFill>
              <a:srgbClr val="FEF0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devweekends.org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WEEKENDS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A3A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 Weekends was the turning point in my career. The mentorship, the community support, and the structured learning path helped me land my dream job.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Mentee Name, Software Engineer @ Company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FEF0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 Weekends - Stats Template</dc:title>
  <dc:subject>PptxGenJS Presentation</dc:subject>
  <dc:creator>Dev Weekends</dc:creator>
  <cp:lastModifiedBy>Dev Weekends</cp:lastModifiedBy>
  <cp:revision>1</cp:revision>
  <dcterms:created xsi:type="dcterms:W3CDTF">2025-11-28T16:00:02Z</dcterms:created>
  <dcterms:modified xsi:type="dcterms:W3CDTF">2025-11-28T16:00:02Z</dcterms:modified>
</cp:coreProperties>
</file>