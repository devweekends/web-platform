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371600" cy="45720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33472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Mentee to Industry-Ready Engineer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 • 30 DSA Sessions • 12 Engineering Projects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Sessions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0896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Projects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Problems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41280" y="365760"/>
            <a:ext cx="1371600" cy="1371600"/>
          </a:xfrm>
          <a:prstGeom prst="rect">
            <a:avLst/>
          </a:prstGeom>
          <a:noFill/>
          <a:ln w="25400">
            <a:solidFill>
              <a:srgbClr val="FEF0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BRIDGE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Minds. Broken System.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22860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 Gap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teach syntax. Industry needs systems thinking, problem-solving, and the ability to build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Roadmap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minds stuck without direction. No mentors to guide them toward global careers.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566160" cy="22860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Alone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377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Self-learning without community means falling behind. No accountability, no support.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0698480" cy="73152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2336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something different. Free. Intensive. Life-changing.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32004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Grind Sessions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Deep Sessions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sessions per week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hours each session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20+ hours pre-recorded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LeetCode 100-1000+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3566160" cy="32004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4630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29768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Grind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Weekend Sessions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weekend session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JS, React, Redux, Node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&amp; 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AWS, Docker, K8s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1280160"/>
            <a:ext cx="3566160" cy="32004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4630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04672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Grind Projects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Major Projects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project per weekend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mentor guidance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3611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Industry-standard 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Portfolio-ready apps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Tracks. One Mission.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3383280"/>
          </a:xfrm>
          <a:prstGeom prst="rect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Track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Foundations Covered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Programming fundamentals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Web technologies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8094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structures basics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284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First portfolio projects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758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Mentorship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3291840" cy="36576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24528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Mentee → Fellow (Bronze)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280160"/>
            <a:ext cx="3566160" cy="3383280"/>
          </a:xfrm>
          <a:prstGeom prst="rect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280160"/>
            <a:ext cx="35661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37160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Track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18745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Advanced Sessions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data structures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Complex algorithms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98094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System design fundamentals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3284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 tech stacks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36758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Interview preparation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160520"/>
            <a:ext cx="3291840" cy="36576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224528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(Bronze) → Fellow (Silver)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46720" y="1280160"/>
            <a:ext cx="3566160" cy="3383280"/>
          </a:xfrm>
          <a:prstGeom prst="rect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280160"/>
            <a:ext cx="35661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37160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Track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18745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Expert Sessions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Complex system architecture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optimization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298094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Leadership &amp; mentoring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33284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Industry collaboration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36758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Expert certifications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83880" y="4160520"/>
            <a:ext cx="3291840" cy="36576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4224528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(Silver) → Fellow (Gold)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3-Month Journey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73152" cy="2743200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600200"/>
            <a:ext cx="320040" cy="32004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463040"/>
            <a:ext cx="868680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764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Skill Building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DSA, development environment setup, and start building your first projects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1691640"/>
            <a:ext cx="1920240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176479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Complete Projects &amp; DSA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34440" y="2606040"/>
            <a:ext cx="320040" cy="32004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20240" y="2468880"/>
            <a:ext cx="868680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770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&amp; Advanced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01752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 into advanced DSA, system design, and contribute to open source projects like GSoC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697480"/>
            <a:ext cx="1920240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7706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Open Source Contributions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34440" y="3611880"/>
            <a:ext cx="320040" cy="32004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20240" y="3474720"/>
            <a:ext cx="868680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35478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776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Remote Jobs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402336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complex projects, prepare for remote job interviews, and build your professional portfolio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3703320"/>
            <a:ext cx="1920240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377647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Remote Job Ready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Master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15400" y="1280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525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423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Fullstack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15400" y="2423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5256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HLD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566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7472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3566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636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6364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15400" y="3566160"/>
            <a:ext cx="2651760" cy="1005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0" name="Text 48"/>
          <p:cNvSpPr/>
          <p:nvPr/>
        </p:nvSpPr>
        <p:spPr>
          <a:xfrm>
            <a:off x="905256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0525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5256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CURRICULUM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Sessions of Algorithmic Mastery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0698480" cy="731520"/>
          </a:xfrm>
          <a:prstGeom prst="rect">
            <a:avLst/>
          </a:prstGeom>
          <a:solidFill>
            <a:srgbClr val="F4F4F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Arrays, Strings, HashMaps, Two Pointers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problems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0698480" cy="731520"/>
          </a:xfrm>
          <a:prstGeom prst="rect">
            <a:avLst/>
          </a:prstGeom>
          <a:solidFill>
            <a:srgbClr val="F4F4F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Lists, Stacks, Queues, Binary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problems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698480" cy="731520"/>
          </a:xfrm>
          <a:prstGeom prst="rect">
            <a:avLst/>
          </a:prstGeom>
          <a:solidFill>
            <a:srgbClr val="F4F4F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Trees, Graphs, BFS/DFS, Recursion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problems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0698480" cy="731520"/>
          </a:xfrm>
          <a:prstGeom prst="rect">
            <a:avLst/>
          </a:prstGeom>
          <a:solidFill>
            <a:srgbClr val="F4F4F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Programming, Greedy, Advanced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problems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Progression Path: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20116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→ Bronze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4343400"/>
            <a:ext cx="20116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4348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→ Bronze+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343400"/>
            <a:ext cx="20116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4348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→ Silver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4343400"/>
            <a:ext cx="20116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4348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→ Silver+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26880" y="4343400"/>
            <a:ext cx="2011680" cy="502920"/>
          </a:xfrm>
          <a:prstGeom prst="rect">
            <a:avLst/>
          </a:prstGeom>
          <a:solidFill>
            <a:srgbClr val="EAB308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44348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→ Gold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Up Your Career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103120" cy="2560320"/>
          </a:xfrm>
          <a:prstGeom prst="rect">
            <a:avLst/>
          </a:prstGeom>
          <a:solidFill>
            <a:srgbClr val="3F3F46"/>
          </a:solidFill>
          <a:ln w="25400">
            <a:solidFill>
              <a:srgbClr val="717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level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2103120" cy="2560320"/>
          </a:xfrm>
          <a:prstGeom prst="rect">
            <a:avLst/>
          </a:prstGeom>
          <a:solidFill>
            <a:srgbClr val="3F3F46"/>
          </a:solidFill>
          <a:ln w="25400">
            <a:solidFill>
              <a:srgbClr val="A1A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5544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88920" y="237744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basic 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2560320"/>
          </a:xfrm>
          <a:prstGeom prst="rect">
            <a:avLst/>
          </a:prstGeom>
          <a:solidFill>
            <a:srgbClr val="3F3F46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5544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(Bronze)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100-200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371600"/>
            <a:ext cx="2103120" cy="2560320"/>
          </a:xfrm>
          <a:prstGeom prst="rect">
            <a:avLst/>
          </a:prstGeom>
          <a:solidFill>
            <a:srgbClr val="3F3F46"/>
          </a:solidFill>
          <a:ln w="25400">
            <a:solidFill>
              <a:srgbClr val="C0C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5544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69480" y="237744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(Silver)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092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300-400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09760" y="1371600"/>
            <a:ext cx="2103120" cy="2560320"/>
          </a:xfrm>
          <a:prstGeom prst="rect">
            <a:avLst/>
          </a:prstGeom>
          <a:solidFill>
            <a:srgbClr val="3F3F46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15544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509760" y="237744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(Gold)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1000+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0698480" cy="4572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87952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→ ⭐ → 🥉 → 🥈 → 🥇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 PERKS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Access to Expert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Access to Paid Courses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1508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Partner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514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Mentor 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28600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2514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to Companies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28600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0" y="2514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Referral to Companies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520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Access to all Events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3520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Mentorship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291840"/>
            <a:ext cx="3566160" cy="868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0" y="3520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Interviews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106984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453128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Total Value: $5,000+  •  Your Cost: $0 (100% FREE)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PHILOSOPHY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Excellence Requires Three Pillars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3291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your 'why' before your 'what'"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Spiritual grounding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Deeper purpose beyond jobs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Resilience through meaning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Intentional living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3566160" cy="3291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mindset is your most important algorithm"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Dopamine management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Overcoming procrastination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mindset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Building persistence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1280160"/>
            <a:ext cx="3566160" cy="329184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"World-class engineering through deliberate practice"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DSA mastery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 stack proficiency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source excellence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Improvement Across All Fellows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2286000" cy="137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63240"/>
            <a:ext cx="2171700" cy="137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371600"/>
            <a:ext cx="265176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45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3756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3063240"/>
            <a:ext cx="2286000" cy="137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3063240"/>
            <a:ext cx="2011680" cy="137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5176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645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2286000" cy="137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3063240"/>
            <a:ext cx="2103120" cy="137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0" y="1371600"/>
            <a:ext cx="265176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1645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91540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Ready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98280" y="3063240"/>
            <a:ext cx="2286000" cy="137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8280" y="3063240"/>
            <a:ext cx="2057400" cy="137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931920"/>
            <a:ext cx="1069848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Trained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5760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Placements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4400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Reached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Crown Jewel of Your Portfolio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18288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Industry-Level Project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6035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a comprehensive industry-level project under the guidance of 2 expert mentors. This project will be the crown jewel of your portfolio.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Full-stack 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Microservices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Cloud deployment (AWS)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CI/CD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Documentation &amp; tests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0698480" cy="6400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56432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2 Expert Mentors  •  📅 4 Weeks Duration  •  🎯 Portfolio Ready  •  💼 Job Interview Asset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0" y="4069080"/>
            <a:ext cx="1371600" cy="3657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0" y="413308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Something Bigger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just teach code. We build engineers who change lives."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51760" cy="1645920"/>
          </a:xfrm>
          <a:prstGeom prst="rect">
            <a:avLst/>
          </a:prstGeom>
          <a:solidFill>
            <a:srgbClr val="18181B"/>
          </a:solidFill>
          <a:ln w="25400">
            <a:solidFill>
              <a:srgbClr val="FEF0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intensive training program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51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5603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career guidance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51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 community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51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15400" y="25603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8803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 member network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10698480" cy="10972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Members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5760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4400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Journey Starts 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515600" cy="6858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Application 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64208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online application with your background and goals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0515600" cy="6858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677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Screening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87168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reviews applications for commitment and potential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0515600" cy="6858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90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310128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call to understand your goals and answer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0515600" cy="6858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Fellowship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133088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3-month transformation journey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Applications open seasonally. Limited spots available each cohort.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Career?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800+ engineers who have transformed their careers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Dev Weekends Fellowship.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6400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Now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108960"/>
            <a:ext cx="2743200" cy="640080"/>
          </a:xfrm>
          <a:prstGeom prst="rect">
            <a:avLst/>
          </a:prstGeom>
          <a:noFill/>
          <a:ln w="19050">
            <a:solidFill>
              <a:srgbClr val="FAFA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Discord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9144000" cy="5029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041648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DSA Sessions • 12 Projects • Expert Mentorship • 100% Free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devweekends.org/fellowship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Weekends Fellowship 2025</dc:title>
  <dc:subject>Fellowship Program Overview</dc:subject>
  <dc:creator>Dev Weekends</dc:creator>
  <cp:lastModifiedBy>Dev Weekends</cp:lastModifiedBy>
  <cp:revision>1</cp:revision>
  <dcterms:created xsi:type="dcterms:W3CDTF">2025-11-28T18:05:49Z</dcterms:created>
  <dcterms:modified xsi:type="dcterms:W3CDTF">2025-11-28T18:05:49Z</dcterms:modified>
</cp:coreProperties>
</file>