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 WEEKENDS INITIATIVE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594360"/>
            <a:ext cx="1097280" cy="1097280"/>
          </a:xfrm>
          <a:prstGeom prst="ellips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731520"/>
            <a:ext cx="822960" cy="822960"/>
          </a:xfrm>
          <a:prstGeom prst="ellipse">
            <a:avLst/>
          </a:prstGeom>
          <a:noFill/>
          <a:ln w="6350">
            <a:solidFill>
              <a:srgbClr val="D4A57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CODE, THERE'S THE MIND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Presentation</a:t>
            </a:r>
            <a:endParaRPr lang="en-US" sz="4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Here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914400" cy="914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3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journey into psychology, purpose, and peak performance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010912"/>
            <a:ext cx="9144000" cy="9144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mindmaster.devweekends.org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503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WISDOM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28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i="1" dirty="0">
                <a:solidFill>
                  <a:srgbClr val="A3A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 is everything.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i="1" dirty="0">
                <a:solidFill>
                  <a:srgbClr val="A3A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think, you become.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Buddha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10912"/>
            <a:ext cx="9144000" cy="9144"/>
          </a:xfrm>
          <a:prstGeom prst="rect">
            <a:avLst/>
          </a:prstGeom>
          <a:solidFill>
            <a:srgbClr val="2626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MindMaster - Intro Template</dc:title>
  <dc:subject>PptxGenJS Presentation</dc:subject>
  <dc:creator>MindMaster - Dev Weekends</dc:creator>
  <cp:lastModifiedBy>MindMaster - Dev Weekends</cp:lastModifiedBy>
  <cp:revision>1</cp:revision>
  <dcterms:created xsi:type="dcterms:W3CDTF">2025-11-28T16:00:02Z</dcterms:created>
  <dcterms:modified xsi:type="dcterms:W3CDTF">2025-11-28T16:00:02Z</dcterms:modified>
</cp:coreProperties>
</file>