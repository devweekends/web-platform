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MINDMASTER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8992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Pillars of Growth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 of Excellence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how the mind works is the first step to mastering it. Cognitive biases, decision-making, and peak performance.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21031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Energy Mastery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0" y="26517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management is energy management. Learn frameworks from top performers to structure your days for maximum impact.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21031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Spiritual Dimension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26517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Purpose, meaning, and inner peace. Finding balance between ambition and contentment in your engineering journey.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57200" cy="914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growth happens when you master both the technical and the mental.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5010912"/>
            <a:ext cx="9144000" cy="9144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MindMaster 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2688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 Weekends Initiative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MINDMASTER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64592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503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OF THE WEEK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28600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Work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Cal Newport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2194560"/>
            <a:ext cx="731520" cy="914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46888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for Focused Success in a Distracted World. A guide to cultivating deep work habits in an age of constant distraction and shallow tasks.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Embrace boredom - resist the urge to switch tasks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Schedule deep work blocks religiously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Quit social media (or drastically limit it)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10912"/>
            <a:ext cx="9144000" cy="9144"/>
          </a:xfrm>
          <a:prstGeom prst="rect">
            <a:avLst/>
          </a:prstGeom>
          <a:solidFill>
            <a:srgbClr val="26262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MindMaster - Content Template</dc:title>
  <dc:subject>PptxGenJS Presentation</dc:subject>
  <dc:creator>MindMaster - Dev Weekends</dc:creator>
  <cp:lastModifiedBy>MindMaster - Dev Weekends</cp:lastModifiedBy>
  <cp:revision>1</cp:revision>
  <dcterms:created xsi:type="dcterms:W3CDTF">2025-11-28T16:00:02Z</dcterms:created>
  <dcterms:modified xsi:type="dcterms:W3CDTF">2025-11-28T16:00:02Z</dcterms:modified>
</cp:coreProperties>
</file>